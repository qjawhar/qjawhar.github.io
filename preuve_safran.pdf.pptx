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5466" y="2330797"/>
            <a:ext cx="8541067" cy="1490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sz="5250" b="1" i="0" u="none" dirty="0">
                <a:solidFill>
                  <a:srgbClr val="38BDF8"/>
                </a:solidFill>
                <a:latin typeface="Poppins"/>
              </a:rPr>
              <a:t> Stage chez Safran</a:t>
            </a:r>
            <a:r>
              <a:rPr lang="fr-FR" sz="5250" b="1" i="0" u="none" dirty="0">
                <a:solidFill>
                  <a:srgbClr val="38BDF8"/>
                </a:solidFill>
                <a:latin typeface="Poppins"/>
              </a:rPr>
              <a:t> Landing System</a:t>
            </a:r>
            <a:endParaRPr sz="5250" b="1" i="0" u="none" dirty="0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28825" y="3988147"/>
            <a:ext cx="81343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BTS SIO - Option SLAM (Solutions Logicielles et Applications Métiers)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8FAFC"/>
                </a:solidFill>
                <a:latin typeface="Poppins SemiBold"/>
              </a:rPr>
              <a:t>Contexte &amp; Besoin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1478458"/>
            <a:ext cx="4619625" cy="102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L'Entreprise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Safran Landing Systems (Département IT) à Villeurbanne.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739479"/>
            <a:ext cx="4619625" cy="71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F8FAFC"/>
                </a:solidFill>
                <a:latin typeface="Inter"/>
              </a:rPr>
              <a:t>L'Événement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Célébration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des 40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ans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du site (28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juin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2025).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695700"/>
            <a:ext cx="4619625" cy="102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Ma Mission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Développer un logiciel de suivi des personnes en temps réel.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956720"/>
            <a:ext cx="4619625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F8FAFC"/>
                </a:solidFill>
                <a:latin typeface="Inter"/>
              </a:rPr>
              <a:t>Le Concept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Scanner les QR Codes des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invités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lang="fr-FR" sz="1500" b="0" i="0" u="none" dirty="0">
                <a:solidFill>
                  <a:srgbClr val="CBD5E1"/>
                </a:solidFill>
                <a:latin typeface="Inter"/>
              </a:rPr>
              <a:t>sca</a:t>
            </a:r>
            <a:r>
              <a:rPr lang="fr-FR" sz="1500" dirty="0">
                <a:solidFill>
                  <a:srgbClr val="CBD5E1"/>
                </a:solidFill>
                <a:latin typeface="Inter"/>
              </a:rPr>
              <a:t>nette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) pour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mettre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à jour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une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jauge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présence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21321"/>
            <a:ext cx="1619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2341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38562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99583"/>
            <a:ext cx="1809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8FAFC"/>
                </a:solidFill>
                <a:latin typeface="Poppins SemiBold"/>
              </a:rPr>
              <a:t>Environnement &amp; Choix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4875" y="1600200"/>
            <a:ext cx="4905375" cy="102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Langage &amp; Framework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Développement en C# avec WPF (.NET) via Visual Studio Code 2022.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861220"/>
            <a:ext cx="4905375" cy="132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F8FAFC"/>
                </a:solidFill>
                <a:latin typeface="Inter"/>
              </a:rPr>
              <a:t>Pourquoi</a:t>
            </a:r>
            <a:r>
              <a:rPr sz="1500" b="1" i="0" u="none" dirty="0">
                <a:solidFill>
                  <a:srgbClr val="F8FAFC"/>
                </a:solidFill>
                <a:latin typeface="Inter"/>
              </a:rPr>
              <a:t> WPF ?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Création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d'une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interface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graphique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plus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moderne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et flexible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que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WinForms grâce au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langage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déclaratif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XAML.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427041"/>
            <a:ext cx="4905375" cy="132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Base de données : SQLite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Idéal pour une base locale embarquée dans un fichier, extrêmement légère, et sans installation de serveur lourd.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062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04083"/>
            <a:ext cx="23812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69903"/>
            <a:ext cx="180975" cy="2190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213CAF3-6530-FC54-900D-0304E8DA6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49" y="2214410"/>
            <a:ext cx="6272893" cy="2429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3429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600200"/>
            <a:ext cx="342900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00200"/>
            <a:ext cx="3429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8FAFC"/>
                </a:solidFill>
                <a:latin typeface="Poppins SemiBold"/>
              </a:rPr>
              <a:t>Logique de Développement &amp; Fonctionnalités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5888" y="2905125"/>
            <a:ext cx="178022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48050"/>
            <a:ext cx="28384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Découpée en 3 pages distinctes :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1. Accueil (Tableau de bord)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2. Pointage (Saisie des scans)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3. Administration (Ajouts manuels)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0899" y="2905125"/>
            <a:ext cx="161020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Algorithme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448050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Mise en place d'un mode "Automatique" intelligent qui alterne automatiquement les statuts "Entrée" et "Sortie" au fil des scans successifs.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824" y="2905125"/>
            <a:ext cx="281035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Sécurité Anti-spam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6775" y="3448050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Gestion stricte des erreurs et blocage programmé de 30 secondes pour empêcher tout double-scan involontaire du même QR Code.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2038350"/>
            <a:ext cx="590550" cy="523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062" y="2038350"/>
            <a:ext cx="523875" cy="523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4062" y="2038350"/>
            <a:ext cx="523875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65993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8FAFC"/>
                </a:solidFill>
                <a:latin typeface="Poppins SemiBold"/>
              </a:rPr>
              <a:t>Gestion des Données (Concevoir &amp; Gérer)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65993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F2275281-6BBD-493B-31F4-083C0DD3DF48}"/>
              </a:ext>
            </a:extLst>
          </p:cNvPr>
          <p:cNvGrpSpPr/>
          <p:nvPr/>
        </p:nvGrpSpPr>
        <p:grpSpPr>
          <a:xfrm>
            <a:off x="533400" y="1875681"/>
            <a:ext cx="5238750" cy="1327695"/>
            <a:chOff x="571500" y="3160514"/>
            <a:chExt cx="5238750" cy="1327695"/>
          </a:xfrm>
        </p:grpSpPr>
        <p:sp>
          <p:nvSpPr>
            <p:cNvPr id="7" name="TextBox 6"/>
            <p:cNvSpPr txBox="1"/>
            <p:nvPr/>
          </p:nvSpPr>
          <p:spPr>
            <a:xfrm>
              <a:off x="904875" y="3160514"/>
              <a:ext cx="4905375" cy="13276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sz="1500" b="1" i="0" u="none" dirty="0">
                  <a:solidFill>
                    <a:srgbClr val="F8FAFC"/>
                  </a:solidFill>
                  <a:latin typeface="Inter"/>
                </a:rPr>
                <a:t>Interface </a:t>
              </a:r>
              <a:r>
                <a:rPr sz="1500" b="1" i="0" u="none" dirty="0" err="1">
                  <a:solidFill>
                    <a:srgbClr val="F8FAFC"/>
                  </a:solidFill>
                  <a:latin typeface="Inter"/>
                </a:rPr>
                <a:t>Dynamique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Implémentation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du pattern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ObservableCollection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et de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l'interface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INotifyPropertyChanged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pour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rafraîchir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l'affichage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instantanément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.</a:t>
              </a:r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203376"/>
              <a:ext cx="209550" cy="219075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9010109-EA99-5A44-CAED-72088B44487C}"/>
              </a:ext>
            </a:extLst>
          </p:cNvPr>
          <p:cNvGrpSpPr/>
          <p:nvPr/>
        </p:nvGrpSpPr>
        <p:grpSpPr>
          <a:xfrm>
            <a:off x="533400" y="3398639"/>
            <a:ext cx="5238750" cy="1327695"/>
            <a:chOff x="571500" y="4726334"/>
            <a:chExt cx="5238750" cy="1327695"/>
          </a:xfrm>
        </p:grpSpPr>
        <p:sp>
          <p:nvSpPr>
            <p:cNvPr id="8" name="TextBox 7"/>
            <p:cNvSpPr txBox="1"/>
            <p:nvPr/>
          </p:nvSpPr>
          <p:spPr>
            <a:xfrm>
              <a:off x="904875" y="4726334"/>
              <a:ext cx="4905375" cy="13276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sz="1500" b="1" i="0" u="none" dirty="0">
                  <a:solidFill>
                    <a:srgbClr val="F8FAFC"/>
                  </a:solidFill>
                  <a:latin typeface="Inter"/>
                </a:rPr>
                <a:t>Exploitation des données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Tableau de bord avec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statistiques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intégrées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(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graphiques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) et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fonctionnalité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d'export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complet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de la base au format CSV.</a:t>
              </a: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4769197"/>
              <a:ext cx="238125" cy="219075"/>
            </a:xfrm>
            <a:prstGeom prst="rect">
              <a:avLst/>
            </a:prstGeom>
          </p:spPr>
        </p:pic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62B9508A-9F7B-12C3-9854-9A00C2A8F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381" y="1239338"/>
            <a:ext cx="5796794" cy="213365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BE4B758-026E-DA4E-F688-403A1B5C4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381" y="3660577"/>
            <a:ext cx="5796794" cy="29830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8FAFC"/>
                </a:solidFill>
                <a:latin typeface="Poppins SemiBold"/>
              </a:rPr>
              <a:t>Bilan du Stage &amp; Validation SLAM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4591050"/>
            <a:ext cx="48387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sz="2400" b="1" dirty="0">
                <a:solidFill>
                  <a:srgbClr val="38BDF8"/>
                </a:solidFill>
                <a:latin typeface="Poppins"/>
              </a:rPr>
              <a:t>467 </a:t>
            </a:r>
            <a:r>
              <a:rPr sz="2100" b="0" i="0" u="none" dirty="0">
                <a:solidFill>
                  <a:srgbClr val="F8FAFC"/>
                </a:solidFill>
                <a:latin typeface="Inter SemiBold"/>
              </a:rPr>
              <a:t>ENTRÉES VALIDÉES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B01BD578-11EB-6610-6BED-C9AD4E7792D8}"/>
              </a:ext>
            </a:extLst>
          </p:cNvPr>
          <p:cNvGrpSpPr/>
          <p:nvPr/>
        </p:nvGrpSpPr>
        <p:grpSpPr>
          <a:xfrm>
            <a:off x="6381750" y="1899344"/>
            <a:ext cx="5238750" cy="3849736"/>
            <a:chOff x="6381750" y="1899344"/>
            <a:chExt cx="5238750" cy="3849736"/>
          </a:xfrm>
        </p:grpSpPr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9917D51D-09E7-5CD0-67A4-91272B45EAB6}"/>
                </a:ext>
              </a:extLst>
            </p:cNvPr>
            <p:cNvSpPr txBox="1"/>
            <p:nvPr/>
          </p:nvSpPr>
          <p:spPr>
            <a:xfrm>
              <a:off x="6715125" y="1899344"/>
              <a:ext cx="4905375" cy="10228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sz="1500" b="1" i="0" u="none" dirty="0">
                  <a:solidFill>
                    <a:srgbClr val="F8FAFC"/>
                  </a:solidFill>
                  <a:latin typeface="Inter"/>
                </a:rPr>
                <a:t>Mise </a:t>
              </a:r>
              <a:r>
                <a:rPr sz="1500" b="1" i="0" u="none" dirty="0" err="1">
                  <a:solidFill>
                    <a:srgbClr val="F8FAFC"/>
                  </a:solidFill>
                  <a:latin typeface="Inter"/>
                </a:rPr>
                <a:t>en</a:t>
              </a:r>
              <a:r>
                <a:rPr sz="1500" b="1" i="0" u="none" dirty="0">
                  <a:solidFill>
                    <a:srgbClr val="F8FAFC"/>
                  </a:solidFill>
                  <a:latin typeface="Inter"/>
                </a:rPr>
                <a:t> production </a:t>
              </a:r>
              <a:r>
                <a:rPr sz="1500" b="1" i="0" u="none" dirty="0" err="1">
                  <a:solidFill>
                    <a:srgbClr val="F8FAFC"/>
                  </a:solidFill>
                  <a:latin typeface="Inter"/>
                </a:rPr>
                <a:t>réussie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Logiciel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déployé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et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utilisé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avec succès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lors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des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portes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ouvertes sans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dysfonctionnement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majeur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.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319DB3B9-BD50-8F24-A683-7AC46EEF32DE}"/>
                </a:ext>
              </a:extLst>
            </p:cNvPr>
            <p:cNvSpPr txBox="1"/>
            <p:nvPr/>
          </p:nvSpPr>
          <p:spPr>
            <a:xfrm>
              <a:off x="6715125" y="3160365"/>
              <a:ext cx="4905375" cy="13276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sz="1500" b="1" i="0" u="none" dirty="0">
                  <a:solidFill>
                    <a:srgbClr val="F8FAFC"/>
                  </a:solidFill>
                  <a:latin typeface="Inter"/>
                </a:rPr>
                <a:t>Apports </a:t>
              </a:r>
              <a:r>
                <a:rPr sz="1500" b="1" i="0" u="none" dirty="0" err="1">
                  <a:solidFill>
                    <a:srgbClr val="F8FAFC"/>
                  </a:solidFill>
                  <a:latin typeface="Inter"/>
                </a:rPr>
                <a:t>Professionnels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Découverte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des processus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rigoureux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et des exigences de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qualité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d'une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grande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entreprise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du CAC 40.</a:t>
              </a:r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D1CF05E5-2E7D-4F8F-7D45-94438FBD08E6}"/>
                </a:ext>
              </a:extLst>
            </p:cNvPr>
            <p:cNvSpPr txBox="1"/>
            <p:nvPr/>
          </p:nvSpPr>
          <p:spPr>
            <a:xfrm>
              <a:off x="6715125" y="4726185"/>
              <a:ext cx="4905375" cy="10228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sz="1500" b="1" i="0" u="none" dirty="0" err="1">
                  <a:solidFill>
                    <a:srgbClr val="F8FAFC"/>
                  </a:solidFill>
                  <a:latin typeface="Inter"/>
                </a:rPr>
                <a:t>Compétences</a:t>
              </a:r>
              <a:r>
                <a:rPr sz="1500" b="1" i="0" u="none" dirty="0">
                  <a:solidFill>
                    <a:srgbClr val="F8FAFC"/>
                  </a:solidFill>
                  <a:latin typeface="Inter"/>
                </a:rPr>
                <a:t> BTS SIO </a:t>
              </a:r>
              <a:r>
                <a:rPr sz="1500" b="1" i="0" u="none" dirty="0" err="1">
                  <a:solidFill>
                    <a:srgbClr val="F8FAFC"/>
                  </a:solidFill>
                  <a:latin typeface="Inter"/>
                </a:rPr>
                <a:t>Validées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1.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Concevoir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et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développer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une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solution (C# / WPF)</a:t>
              </a:r>
              <a:r>
                <a:rPr dirty="0"/>
                <a:t>
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2. </a:t>
              </a:r>
              <a:r>
                <a:rPr sz="1500" b="0" i="0" u="none" dirty="0" err="1">
                  <a:solidFill>
                    <a:srgbClr val="CBD5E1"/>
                  </a:solidFill>
                  <a:latin typeface="Inter"/>
                </a:rPr>
                <a:t>Gérer</a:t>
              </a:r>
              <a:r>
                <a:rPr sz="1500" b="0" i="0" u="none" dirty="0">
                  <a:solidFill>
                    <a:srgbClr val="CBD5E1"/>
                  </a:solidFill>
                  <a:latin typeface="Inter"/>
                </a:rPr>
                <a:t> les données (Architecture SQLite / CRUD)</a:t>
              </a:r>
            </a:p>
          </p:txBody>
        </p:sp>
        <p:pic>
          <p:nvPicPr>
            <p:cNvPr id="25" name="Picture 9" descr="image.png">
              <a:extLst>
                <a:ext uri="{FF2B5EF4-FFF2-40B4-BE49-F238E27FC236}">
                  <a16:creationId xmlns:a16="http://schemas.microsoft.com/office/drawing/2014/main" id="{ADED8037-EE53-DC8A-A052-1410A3510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1750" y="1942207"/>
              <a:ext cx="209550" cy="219075"/>
            </a:xfrm>
            <a:prstGeom prst="rect">
              <a:avLst/>
            </a:prstGeom>
          </p:spPr>
        </p:pic>
        <p:pic>
          <p:nvPicPr>
            <p:cNvPr id="26" name="Picture 10" descr="image.png">
              <a:extLst>
                <a:ext uri="{FF2B5EF4-FFF2-40B4-BE49-F238E27FC236}">
                  <a16:creationId xmlns:a16="http://schemas.microsoft.com/office/drawing/2014/main" id="{63EBD0C9-91DA-557A-0CF4-1BF781A41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81750" y="3203227"/>
              <a:ext cx="209550" cy="219075"/>
            </a:xfrm>
            <a:prstGeom prst="rect">
              <a:avLst/>
            </a:prstGeom>
          </p:spPr>
        </p:pic>
        <p:pic>
          <p:nvPicPr>
            <p:cNvPr id="27" name="Picture 11" descr="image.png">
              <a:extLst>
                <a:ext uri="{FF2B5EF4-FFF2-40B4-BE49-F238E27FC236}">
                  <a16:creationId xmlns:a16="http://schemas.microsoft.com/office/drawing/2014/main" id="{1ACD659B-CC9A-3BCD-5CCD-3B8AF74D1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81750" y="4769048"/>
              <a:ext cx="266700" cy="219075"/>
            </a:xfrm>
            <a:prstGeom prst="rect">
              <a:avLst/>
            </a:prstGeom>
          </p:spPr>
        </p:pic>
      </p:grpSp>
      <p:pic>
        <p:nvPicPr>
          <p:cNvPr id="29" name="Image 28">
            <a:extLst>
              <a:ext uri="{FF2B5EF4-FFF2-40B4-BE49-F238E27FC236}">
                <a16:creationId xmlns:a16="http://schemas.microsoft.com/office/drawing/2014/main" id="{354C836C-46FB-9AB3-99B0-15D4548342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133" y="1516690"/>
            <a:ext cx="5644391" cy="2912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356</Words>
  <Application>Microsoft Office PowerPoint</Application>
  <PresentationFormat>Grand écran</PresentationFormat>
  <Paragraphs>26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Quentin JAWHAR</dc:creator>
  <cp:keywords/>
  <dc:description>generated using python-pptx</dc:description>
  <cp:lastModifiedBy>JAWHAR Quentin</cp:lastModifiedBy>
  <cp:revision>2</cp:revision>
  <dcterms:created xsi:type="dcterms:W3CDTF">2013-01-27T09:14:16Z</dcterms:created>
  <dcterms:modified xsi:type="dcterms:W3CDTF">2026-09-10T14:52:53Z</dcterms:modified>
  <cp:category/>
</cp:coreProperties>
</file>